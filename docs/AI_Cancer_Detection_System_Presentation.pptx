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</a:defRPr>
            </a:pPr>
            <a:r>
              <a:t>AI CANCER DETECTION SYSTEM (MEDISCAN AI)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Hospital Clinical Multi-Organ Cancer Detection, Diagnostic Triage &amp; Multi-Agent Tumor 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3291840"/>
            <a:ext cx="8168335" cy="29260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474720"/>
            <a:ext cx="76196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38BDF8"/>
                </a:solidFill>
              </a:rPr>
              <a:t>Team Name: </a:t>
            </a:r>
            <a:r>
              <a:rPr sz="1400">
                <a:solidFill>
                  <a:srgbClr val="FFFFFF"/>
                </a:solidFill>
              </a:rPr>
              <a:t>kavuriruthikachowdary</a:t>
            </a:r>
          </a:p>
          <a:p>
            <a:r>
              <a:rPr b="1" sz="1400">
                <a:solidFill>
                  <a:srgbClr val="38BDF8"/>
                </a:solidFill>
              </a:rPr>
              <a:t>Team Leader: </a:t>
            </a:r>
            <a:r>
              <a:rPr sz="1400">
                <a:solidFill>
                  <a:srgbClr val="FFFFFF"/>
                </a:solidFill>
              </a:rPr>
              <a:t>Kavuri Ruthika</a:t>
            </a:r>
          </a:p>
          <a:p>
            <a:r>
              <a:rPr b="1" sz="1400">
                <a:solidFill>
                  <a:srgbClr val="38BDF8"/>
                </a:solidFill>
              </a:rPr>
              <a:t>Team Members: </a:t>
            </a:r>
            <a:r>
              <a:rPr sz="1400">
                <a:solidFill>
                  <a:srgbClr val="FFFFFF"/>
                </a:solidFill>
              </a:rPr>
              <a:t>Jonnalagadda Lakshman Chowdary, Ande Likhith</a:t>
            </a:r>
          </a:p>
          <a:p>
            <a:r>
              <a:rPr b="1" sz="1400">
                <a:solidFill>
                  <a:srgbClr val="38BDF8"/>
                </a:solidFill>
              </a:rPr>
              <a:t>College: </a:t>
            </a:r>
            <a:r>
              <a:rPr sz="1400">
                <a:solidFill>
                  <a:srgbClr val="FFFFFF"/>
                </a:solidFill>
              </a:rPr>
              <a:t>Prasad V Potluri Siddhartha Institute of Technology</a:t>
            </a:r>
          </a:p>
          <a:p>
            <a:r>
              <a:rPr b="1" sz="1400">
                <a:solidFill>
                  <a:srgbClr val="38BDF8"/>
                </a:solidFill>
              </a:rPr>
              <a:t>Demo Video: </a:t>
            </a:r>
            <a:r>
              <a:rPr sz="1400">
                <a:solidFill>
                  <a:srgbClr val="FFFFFF"/>
                </a:solidFill>
              </a:rPr>
              <a:t>https://youtu.be/NgW5yDUKYds?si=jAp0tfBpSQ2vhutp</a:t>
            </a:r>
          </a:p>
          <a:p>
            <a:r>
              <a:rPr b="1" sz="1400">
                <a:solidFill>
                  <a:srgbClr val="38BDF8"/>
                </a:solidFill>
              </a:rPr>
              <a:t>Open-Source License: </a:t>
            </a:r>
            <a:r>
              <a:rPr sz="1400">
                <a:solidFill>
                  <a:srgbClr val="FFFFFF"/>
                </a:solidFill>
              </a:rPr>
              <a:t>MIT License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Executive Summary &amp; Clinical Motivation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Bridging Diagnostic Latency with AI Precision in Hospital Oncology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The Global Challenge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Over 19.3 million new cancer cases occur annually worldwide.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Radiologist shortages lead to backlogs, delayed staging, and diagnosis burnout.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Early detection significantly increases 5-year survival rates by up to 90%.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Our Innovation: MediScan AI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Real-time multi-organ detection: Brain MRI, Breast Ultrasound, Lung CT, Cutaneous Skin.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Explainable AI (XAI) using Grad-CAM heatmaps for transparent clinical verification.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Multi-Agent AI Tumor Board consensus simulating cross-specialty clinical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Patient &amp; Clinical Impact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Reduces radiological preliminary screening time from hours to under 2 seconds.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11-language translation engine eliminates communication barriers for patients.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Automated clinical staging, nutrition protocols, and digital diagnostic reports.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Problem Statement &amp; Clinical Need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Critical Gaps in Current Healthcare Imaging Workflows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Diagnostic Bottlenecks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High scan volumes create critical turnaround delays for acute oncology patients.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Subtle micro-calcifications and early malignant lesions are easily overlooked in fatigue.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The AI 'Black-Box' Trust Deficit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Traditional deep neural networks provide raw classifications without spatial rationale.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Clinicians cannot ethically or legally act on unverified AI predictions without explainability.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Fragmented Tumor Board Care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Coordinating physical multi-disciplinary tumor boards takes weeks.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Patients often receive complex medical jargon without supportive lifestyle or diet guidance.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Healthcare Use Cases &amp; Clinical Pathways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End-to-End Decision Support Across 4 Primary Cancer Modalities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Brain MRI Triage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Differentiates Glioma, Meningioma, and Pituitary adenomas from healthy axial slices.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Provides mass margin localization to support neurosurgical planning.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Breast Sonography / Mammography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Evaluates lesion borders, acoustic shadows, and tissue density (Benign vs Malignant).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Aligns with BI-RADS assessment protocols for biopsy recommendation.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Thoracic CT &amp; Cutaneous Dermoscopy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Detects Pulmonary Adenocarcinoma, Squamous Cell, and Large Cell carcinomas.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Screens dermoscopic lesions for malignant melanoma vs benign melanocytic nevi.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System Architecture Overview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Modular, Secure, Multi-Tier Hospital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Tier 1: Clinical Gateways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Dual Gateway: Physician/Staff Workstation and Patient Self-Service Portal.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PACS Workstation for multi-slice DICOM inspection and radiological windowing.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Client-side 11-language TreeWalker engine for seamless multilingual localization.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Tier 2: Backend Application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Flask 3.0 REST application server with secure session token authentication.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EMR longitudinal record tracking, appointment scheduler, and HIPAA audit trail.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ReportLab clinical PDF generator and automated patient alert dispatcher.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Tier 3: AI &amp; XAI Pipeline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TensorFlow 2.18 / Keras deep neural ensemble pipeline.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Grad-CAM visual heatmap generator computed directly on feature activation layers.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Multi-Agent LLM simulation: Radiologist, Medical Oncologist, Surgical Oncologist.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Deep Learning Models &amp; Framework Details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State-of-the-Art Convolutional Neural Ensembles with EfficientNet-B0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Backbone &amp; Transfer Learning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Pre-trained EfficientNet-B0 backbone utilizing ImageNet feature representations.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Compound scaling coefficients optimized for high-resolution medical imaging.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Custom classification head: GlobalAveragePooling2D, Dense(256), Dropout(0.4).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Training &amp; Optimization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Input dimensions: 224x224x3 with modality-specific normalization.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Loss: Categorical Cross-Entropy, Optimizer: Adam (lr=1e-4 with ReduceLROnPlateau).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Data Augmentation: Random rotations, zooms, shifts, and horizontal flips.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Evaluation Callbacks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ModelCheckpoint tracking validation accuracy to store best weight checkpoints.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EarlyStopping with patience=3 to prevent overfitting on clinical training subsets.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Explainable AI (XAI) &amp; Grad-CAM Heatmaps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Transparent Clinical Rationale Behind Neural Network Predictions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Mathematical Foundation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Computes gradients of target class score with respect to feature activation maps.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Weights each channel by its pooled gradient to capture spatial importance.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Applies ReLU activation to retain features that positively correlate with the diagnosis.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Clinical Radiologist Benefit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Validates whether AI is focusing on actual tumor mass vs scanner artifacts or bone.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Interactive side-by-side scan vs heatmap overlay gives immediate visual trust.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Identifies peripheral infiltrating borders for targeted surgical resection.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HIPAA &amp; Ethical Compliance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Measures against algorithmic bias and false positive hallucination.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Provides auditable visual evidence attached directly to the patient's EMR record.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Multi-Agent AI Tumor Board Simulation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Simulated Multidisciplinary Team (MDT) Clinical Consensus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Diagnostic Radiologist Agent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Evaluates radiological density, margin circumscription, and calcifications.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Reports on lesion slice dimensions, surrounding edema, and anatomical displacement.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Medical Oncologist Agent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Determines estimated TNM clinical stage (Stage 0 to Stage IV).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Formulates systemic chemotherapy, immunotherapy, and targeted molecular therapies.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Establishes longitudinal follow-up intervals and surveillance imaging cadence.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Surgical Oncologist Agent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Assesses anatomical resectability and surgical clearance margins.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Formulates stereotactic biopsy, sentinel lymph node dissection, and operative clearance.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Hospital Command Center &amp; Role-Based Workflows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Dual-Gateway Authentication &amp; Comprehensive EMR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Physician &amp; Staff Gateway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Role-Based Access Control (RBAC): Doctor, Radiologist, Oncologist, Surgeon, Nurse, Admin.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PACS DICOM workstation with window leveling, zoom, invert, and multi-slice navigation.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Digital diagnostic sign-off and instant certified PDF report export.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Patient Health Portal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Patient-friendly login with simple Medical Record Number (MRN).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Plain-English diagnostic summary explaining findings without alarming terminology.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Stage-specific dietary habits, supportive herbal remedies, and precautions to avoid.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Audit &amp; Telemetry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Immutable HIPAA audit logging tracking every access, inference, and modification.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Real-time operational telemetry monitoring system latency and throughput.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Global Accessibility &amp; Multilingual Inclusivity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Democratizing Advanced Oncology Guidance Across 11 Languages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Lossless Client-Side Translation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Custom DOM TextNode TreeWalker translates entire application in real time.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Preserves dynamic medical values, numeric measurements, and form inputs flawlessly.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Supports right-to-left (RTL) formatting automatically for Arabic.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Supported Languages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English, Hindi, Telugu, Tamil, Kannada, Malayalam, Bengali, Spanish, French, German, Arabic.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Enables rural and non-English speaking patients to understand their diagnosis clearly.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Health Literacy Impact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Empowers patients and families with localized stage-specific lifestyle guidance.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Reduces miscommunication in treatment compliance and follow-up adherence.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Project Outcomes, Results &amp; Validation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Quantitative Performance &amp; Clinical Validation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Inference Speed &amp; Efficiency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Sub-2 second end-to-end response time for multi-organ image classification &amp; Grad-CAM.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Lightweight model footprint (~21 MB per model) deployable on standard hospital hardware.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Classification Robustness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High diagnostic precision across Brain MRI, Breast Ultrasound, Lung CT, and Dermoscopy.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Robust generalization achieved via aggressive data augmentation and transfer learning.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Deliverables Summary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Fully working web application running on Flask 3.0 with PACS workstation.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Unlisted 15-20 min comprehensive video demonstration on YouTube.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Publicly accessible Architecture Diagram and Presentation files in PDF/PPT format.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Team Details, Acknowledgements &amp; License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Open-Source Healthcare Innovation Under MIT License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Project Team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Team Name: kavuriruthikachowdary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Team Leader: Kavuri Ruthika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Team Members: Jonnalagadda Lakshman Chowdary, Ande Likhith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Institution: Prasad V Potluri Siddhartha Institute of Technology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Project Links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Demo Video: https://youtu.be/NgW5yDUKYds?si=jAp0tfBpSQ2vhutp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GitHub Repo: https://github.com/LakshmanChowdary2005/AI-Cancer-Detection-System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Architecture Diagram: docs/Architecture_Diagram.pdf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Project Presentation: docs/AI_Cancer_Detection_System_Presentation.pdf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Open-Source License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Released under the MIT License.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Open for clinical research, non-commercial benchmarking, and academic collaboration.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Clinical decision-support disclaimer: Intended to augment certified medical professionals.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