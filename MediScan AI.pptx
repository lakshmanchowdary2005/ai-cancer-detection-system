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0f4adfc9611b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h220f4adfc9611b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220f4adfc9611b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220f4adfc9611b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20f4adfc9611b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20f4adfc9611b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220f4adfc9611be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220f4adfc9611be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20f4adfc9611be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220f4adfc9611b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220f4adfc9611be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220f4adfc9611be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20f4adfc9611be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220f4adfc9611be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220f4adfc9611b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220f4adfc9611b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20f4adfc9611be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220f4adfc9611be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